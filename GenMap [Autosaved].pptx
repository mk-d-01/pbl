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rimson Pro SemiBold" panose="020B0604020202020204" charset="0"/>
      <p:regular r:id="rId9"/>
    </p:embeddedFont>
    <p:embeddedFont>
      <p:font typeface="Heebo" pitchFamily="2" charset="-79"/>
      <p:regular r:id="rId10"/>
    </p:embeddedFont>
    <p:embeddedFont>
      <p:font typeface="Heebo Bold" panose="020B0604020202020204" charset="-79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363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33360" y="2508151"/>
            <a:ext cx="1447268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5" name="Text 2"/>
          <p:cNvSpPr/>
          <p:nvPr/>
        </p:nvSpPr>
        <p:spPr>
          <a:xfrm>
            <a:off x="5346765" y="2564805"/>
            <a:ext cx="183004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TEAM : HEXAGON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33360" y="28708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GenMap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5233360" y="374501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Procedural Game Level Generation Engine — deterministic, engine-agnostic, real-time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0421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Problem with Manual Level Design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668984"/>
            <a:ext cx="3053877" cy="1700312"/>
          </a:xfrm>
          <a:prstGeom prst="roundRect">
            <a:avLst>
              <a:gd name="adj" fmla="val 1668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5422367" y="2857996"/>
            <a:ext cx="2675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⏳</a:t>
            </a: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Time Sink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2367" y="3273028"/>
            <a:ext cx="2675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Artists spend hours manually placing tiles and sculpting terrain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668984"/>
            <a:ext cx="3053976" cy="1700312"/>
          </a:xfrm>
          <a:prstGeom prst="roundRect">
            <a:avLst>
              <a:gd name="adj" fmla="val 1668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8665251" y="2857996"/>
            <a:ext cx="267596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💾</a:t>
            </a: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Storage Bloat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65251" y="3273028"/>
            <a:ext cx="26759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Static pre-rendered maps inflate installation footprints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558308"/>
            <a:ext cx="6296860" cy="1095474"/>
          </a:xfrm>
          <a:prstGeom prst="roundRect">
            <a:avLst>
              <a:gd name="adj" fmla="val 2588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5422367" y="4747320"/>
            <a:ext cx="59188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🔗</a:t>
            </a: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Engine Lock-in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2367" y="5162352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Procedural scripts tied to proprietary APIs, blocking reuse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Three Algorithms, One Engine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271540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Core Design Principles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474045"/>
            <a:ext cx="5315512" cy="524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Sub-5ms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generation for up to 4K tile grids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O(1)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cell lookups via 1D flattened NumPy buffers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Deterministic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seed reproducibility across all map types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Engine-agnostic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pure Python, no game engine dependencies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Three-Tier System Architecture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329" y="909538"/>
            <a:ext cx="7438938" cy="59053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17586" y="3530011"/>
            <a:ext cx="133683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Three-Tier Data Flow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732682" y="1445743"/>
            <a:ext cx="1988775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Client / Browser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732682" y="1838379"/>
            <a:ext cx="1988775" cy="550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 /api/generate with seed, algorithm, dimensions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417772" y="1537449"/>
            <a:ext cx="198877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JSON Serializer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417772" y="1930085"/>
            <a:ext cx="1988776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Return tilemap JSON to Canvas display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17772" y="5417620"/>
            <a:ext cx="198877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1D Array Buffer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417772" y="5810257"/>
            <a:ext cx="1988776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Process map data for output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732682" y="5325914"/>
            <a:ext cx="1988775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Procedural Core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732682" y="5718551"/>
            <a:ext cx="1988775" cy="550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Perlin, Cellular Automata, BSP generation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50007" y="3358657"/>
            <a:ext cx="2032250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Flask REST API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450007" y="3751293"/>
            <a:ext cx="2032250" cy="550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Validate request and route to Procedural Core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689579" y="3308388"/>
            <a:ext cx="2032250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Pillow PNG Renderer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2689579" y="4006710"/>
            <a:ext cx="2032250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Render tilemap to PNG image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61475" y="6867922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Decoupled design: mathematical generation, API orchestration, and visual presentation operate independently — enabling headless servers, web backends, and game engine clients alike.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7292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Project Milestones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445981" y="1747044"/>
            <a:ext cx="25399" cy="4238030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6" name="Shape 3"/>
          <p:cNvSpPr/>
          <p:nvPr/>
        </p:nvSpPr>
        <p:spPr>
          <a:xfrm>
            <a:off x="5633202" y="1946970"/>
            <a:ext cx="567021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7" name="Shape 4"/>
          <p:cNvSpPr/>
          <p:nvPr/>
        </p:nvSpPr>
        <p:spPr>
          <a:xfrm>
            <a:off x="5233360" y="1747044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5304251" y="178246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391016" y="1811933"/>
            <a:ext cx="51392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Milestone 1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391016" y="2220615"/>
            <a:ext cx="51392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Core Algorithm Suite — Perlin, Cellular Automata, BSP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633202" y="3100983"/>
            <a:ext cx="567021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2" name="Shape 9"/>
          <p:cNvSpPr/>
          <p:nvPr/>
        </p:nvSpPr>
        <p:spPr>
          <a:xfrm>
            <a:off x="5233360" y="2901057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5304251" y="293647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391016" y="2965946"/>
            <a:ext cx="51392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Milestone 2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391016" y="3374628"/>
            <a:ext cx="51392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Memory &amp; Serialization — 1D buffer, Pillow PNG, JSON export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633202" y="4254996"/>
            <a:ext cx="567021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7" name="Shape 14"/>
          <p:cNvSpPr/>
          <p:nvPr/>
        </p:nvSpPr>
        <p:spPr>
          <a:xfrm>
            <a:off x="5233360" y="4055070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5304251" y="409049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391016" y="4119959"/>
            <a:ext cx="51392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Milestone 3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6391016" y="4528641"/>
            <a:ext cx="51392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Backend API &amp; Web Visualizer — Flask REST, HTML5 Canvas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633202" y="5409009"/>
            <a:ext cx="567021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2" name="Shape 19"/>
          <p:cNvSpPr/>
          <p:nvPr/>
        </p:nvSpPr>
        <p:spPr>
          <a:xfrm>
            <a:off x="5233360" y="5209084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3" name="Text 20"/>
          <p:cNvSpPr/>
          <p:nvPr/>
        </p:nvSpPr>
        <p:spPr>
          <a:xfrm>
            <a:off x="5304251" y="524450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391016" y="5273973"/>
            <a:ext cx="51392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Milestone 4</a:t>
            </a:r>
            <a:endParaRPr lang="en-US" sz="1850" dirty="0"/>
          </a:p>
        </p:txBody>
      </p:sp>
      <p:sp>
        <p:nvSpPr>
          <p:cNvPr id="25" name="Text 22"/>
          <p:cNvSpPr/>
          <p:nvPr/>
        </p:nvSpPr>
        <p:spPr>
          <a:xfrm>
            <a:off x="6391016" y="5682655"/>
            <a:ext cx="51392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Testing &amp; Docs — pytest, CI pipelines, full documentation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06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Team Hexagon Avengers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59334"/>
            <a:ext cx="1117572" cy="111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013174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Manish Kanyal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21856"/>
            <a:ext cx="25399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Team Lead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· 2519412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1659334"/>
            <a:ext cx="1117572" cy="111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013174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Aman Singh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3421856"/>
            <a:ext cx="25400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2519290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1659334"/>
            <a:ext cx="1117572" cy="1117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013174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Mehak Rawat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3421856"/>
            <a:ext cx="25400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2519101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1659334"/>
            <a:ext cx="1117572" cy="1117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013174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Shivansh Kala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3421856"/>
            <a:ext cx="25400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2518648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102298"/>
            <a:ext cx="1117572" cy="1117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456138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Sagar Singh Rawat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661475" y="5864820"/>
            <a:ext cx="25399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2518603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7645" y="4102298"/>
            <a:ext cx="1117572" cy="1117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437645" y="545613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Priyanshu Bisht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3437645" y="5864820"/>
            <a:ext cx="25400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2518552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277</Words>
  <Application>Microsoft Office PowerPoint</Application>
  <PresentationFormat>Widescreen</PresentationFormat>
  <Paragraphs>63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Heebo</vt:lpstr>
      <vt:lpstr>Crimson Pro SemiBold</vt:lpstr>
      <vt:lpstr>Heebo Bold</vt:lpstr>
      <vt:lpstr>Arial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MAYANK KANYAL</dc:creator>
  <cp:lastModifiedBy>Mayank Kanyal</cp:lastModifiedBy>
  <cp:revision>3</cp:revision>
  <dcterms:created xsi:type="dcterms:W3CDTF">2026-09-04T16:59:51Z</dcterms:created>
  <dcterms:modified xsi:type="dcterms:W3CDTF">2026-09-05T02:40:56Z</dcterms:modified>
</cp:coreProperties>
</file>